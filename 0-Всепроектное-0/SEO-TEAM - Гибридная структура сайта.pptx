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6886-E4AA-45B7-AE71-0AA101362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8B36F-F7FC-4CC7-BE8D-676A74A1D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EE85-65C9-4225-AB37-8CE4C635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9C43-5C01-43B0-8CB3-58CC8080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58D2-F713-46D0-B1FF-9910D98C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57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858E-E281-4CEE-825B-0FB0F282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EF08-530C-4966-ABC9-512DA421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1CDA-A828-4EA8-BA8C-997E5C98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F75F-66E9-48F7-A976-8C86EC63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C688A-9483-471F-880C-4D743673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80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ABF1-BE11-4A1E-B57B-6315639C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74D05-61C1-4092-8CFB-10C5ADC0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47421-045D-4541-AA76-046A3E57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DE576-FA88-4304-969E-AF9A2588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7B7B-4EBA-43F0-9C3B-1E96A133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7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B723-B62D-4E78-81F6-0271F874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B9AF9-B0D9-42B2-981C-6A0E471C2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B8CE6-EB50-4973-A9E6-2F769796A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8DEB-96CA-4122-8A2B-4C0DAD79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8BFFD-7F83-47B2-A156-8DFD3F22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9F267-CE77-440F-91E4-FDD7C7FD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5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0DF6-FD2E-4B9B-A837-F681D8CC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D4051-D1C4-4068-B6E1-917DA12C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A157D-5EEF-4AEF-BDA8-59056013E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23E58-0FB5-4F94-9495-5997FB020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C673D-1C72-4984-A490-62BB23311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19F16-D1BA-4259-ACE6-2794B706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5ED08C-0F49-47D1-8E9E-E5627639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0A593-7D26-4D14-ADF4-71E38606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56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6BD0-2A78-416F-8FB5-1D3ABF75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9F89F-9669-4C6D-A947-04D9540A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90472-F7FF-4759-A236-EE5E8981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9B2FF-0796-4807-A058-9053AC61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83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F2B1C-6E7A-4C00-AF5D-F3F2EA2E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0AC4A-E7A7-47B3-A598-C370EB9B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F76EF-F5F5-48A5-B24C-24463A8F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51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713D-61D2-46D0-8279-14786BDE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B905-FEA7-4E29-9706-9A2916B9E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67051-448D-42B5-B9F7-EA17A1CBE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B0E50-F4CA-46E1-9031-387C21FE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B6485-6441-439F-86B9-0779EAE5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6DD71-7801-49F3-B6CE-04038171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56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4443-D654-43A6-B5EA-13D162CB1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3C4A1-66DE-4139-9FFE-CCFB6AA9D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E553A-ED39-4647-896F-B9D3E9E6A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3C608-B62D-4DFF-9DA4-3D928DB2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0A65E-F0A0-473A-800C-E4E4295F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32555-5209-42F4-BD23-95078AA5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5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04C2-08F1-478F-83C2-B2C35B09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AB8E2-0DFC-4D9C-9F3A-C033F06A4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98E4-6EEF-4214-8E13-64969AEFB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1C65C-5FF0-4AB1-917E-6E1897EB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71B7-CE1A-47EF-9449-C207CDEF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96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0B1B9-D3E8-4133-B8EF-0C6438E45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7FCDB-BE66-455E-A59A-4A33A46F9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F9D98-DEB3-40C8-911B-970F1193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73F1F-3E23-4876-8DAC-010CB567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1C5A-20ED-4A78-8A41-92291577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34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8797F-8089-407E-B4DB-429A7783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9F54B-761E-44CC-AB93-0A2DDF924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67181-0893-4C1A-8251-5DEC75613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574B0-D261-46D5-946A-03A255295082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F9D74-B37A-4779-BAF8-F91A93BC3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B335D-E0CE-4E64-8A32-40B90066F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7B7EE-142B-41BE-858F-DF5D4AB53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29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390-2368-4EDB-B912-EDC27CF6B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Гибридная структура сайта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1F2031-DD02-4A87-B362-3525E9A55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Что это такое</a:t>
            </a:r>
            <a:r>
              <a:rPr lang="en-US" dirty="0"/>
              <a:t>, </a:t>
            </a:r>
            <a:r>
              <a:rPr lang="ru-RU" dirty="0"/>
              <a:t>как её собирать</a:t>
            </a:r>
            <a:r>
              <a:rPr lang="en-US" dirty="0"/>
              <a:t>,</a:t>
            </a:r>
            <a:r>
              <a:rPr lang="ru-RU" dirty="0"/>
              <a:t> какие допускаются ошибки</a:t>
            </a:r>
            <a:r>
              <a:rPr lang="en-US" dirty="0"/>
              <a:t>, </a:t>
            </a:r>
            <a:r>
              <a:rPr lang="ru-RU" dirty="0"/>
              <a:t>что в итоге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506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390-2368-4EDB-B912-EDC27CF6B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это такое и зачем это нужно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1F2031-DD02-4A87-B362-3525E9A55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61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390-2368-4EDB-B912-EDC27CF6B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Какой общий план</a:t>
            </a:r>
            <a:r>
              <a:rPr lang="en-US" dirty="0"/>
              <a:t>, </a:t>
            </a:r>
            <a:r>
              <a:rPr lang="ru-RU" dirty="0"/>
              <a:t>последовательность действий и итог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1F2031-DD02-4A87-B362-3525E9A55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849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390-2368-4EDB-B912-EDC27CF6B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Какие ошибки допускаются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1F2031-DD02-4A87-B362-3525E9A55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233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Гибридная структура сайта</vt:lpstr>
      <vt:lpstr>Что это такое и зачем это нужно?</vt:lpstr>
      <vt:lpstr>Какой общий план, последовательность действий и итог?</vt:lpstr>
      <vt:lpstr>Какие ошибки допускаются?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Гибридная структура сайта</dc:title>
  <dc:creator>Павел Прахов</dc:creator>
  <cp:lastModifiedBy>Павел Прахов</cp:lastModifiedBy>
  <cp:revision>4</cp:revision>
  <dcterms:created xsi:type="dcterms:W3CDTF">2025-02-18T12:14:12Z</dcterms:created>
  <dcterms:modified xsi:type="dcterms:W3CDTF">2025-02-18T12:47:30Z</dcterms:modified>
</cp:coreProperties>
</file>