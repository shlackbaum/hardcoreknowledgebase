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F714-9775-4859-A47F-0BA6E6ABC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17047-45F4-4CCD-B989-31F3B6F5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BDCB7-DC36-402A-BB06-3C0429D0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05EA5-5516-442D-9FF3-96DCB6C1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5272D-6720-4CFB-9704-9A477A0F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4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6206-07D1-40CE-B393-D00593BD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DD18-BD79-4614-929D-A9AECAC7C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ABA8E-1567-48A7-93DF-E543CCAB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632A4-FE67-4338-BB8D-886BE760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880B4-E8B3-4200-BC3D-6F5380C5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5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5A78-3AC7-4A76-93E2-4849649B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290C6-F65E-4A65-A9DD-917F01386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EF300-E362-4B5A-92C9-B344273C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DDA8C-87C0-48CB-A638-E9E7821B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03FFE-6E0F-471A-80A1-B48EBEF2F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17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9FAE-355A-4FD9-91F4-F496F0D7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9FB4-D2A7-4262-A6D4-C7DFEF004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76504-3975-4C51-8E8E-C374B1E81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71047-EDDA-4712-B392-D2A61017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4C60-C2C1-4829-A216-3904F495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C43D3-0D2C-4477-97C5-B1382DED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54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95FA-364E-4892-AE23-D7A3387C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05BC6-92D1-470B-BCA2-4418519D4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46927-C2BB-4FFC-A379-61EA5447B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F3D21-B6E3-4B5E-8812-C5D6389D0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3B45A-9AC8-4F52-906E-8D892AE64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83739-2EDD-48B8-9CB6-659BFD7B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42444-AED0-41CE-AB8D-8B4C3332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95755-CF08-4451-B25F-E0A8CF1D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76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220D-CFB3-48F8-98D8-19B38DE4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06A2E-D093-406D-9664-832E5FAA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AECD4-9BD2-4B4C-995D-FB10F49D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A96A5-DB3F-474E-AFD3-37B1C9EF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39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178D2-BB7C-408A-B7A8-6AEE4C6A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58E8A-797D-4D36-8540-4333CBE6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EE595-558F-43C9-AD5C-8ED639E3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25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F283-91C3-4395-B141-444D17F7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37651-7BD4-4F15-9EF0-591FC3EA5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7DFC1-EF7F-4E0A-908F-DA464FD0F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10FEA-63E7-491E-913B-6C26695E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CEB2B-F01B-45D4-9D9E-B9911FBFB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8C1C9-0A57-44E6-BCCA-B29C9042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27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1C65-DDCC-42CE-BE7C-14984894E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505EF-7689-4CAF-A0D9-C49BE2B75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26CDD-47B2-4DB1-A69A-446E62D86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57224-3A4C-4A2F-8D36-FEAD5D601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7D4AE-385E-4B54-89B1-A83D0E363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B1ED4-E8AF-4C86-8E32-8982D4E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27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574D-1F20-47E4-81C3-5E696AB3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F040C-7E1A-44B7-A573-EFF00E9F1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28B0-49B2-4CD1-942D-029198A8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1B6E-9D62-4D30-9A3B-971D9900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3D800-B785-4B3F-84B1-8DDFCF1C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84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3E12F8-5EF8-4EDC-83F2-F0BE10075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3C6AF-C4A6-4D45-B6C6-1C1236BD0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BB62E-79D1-47D7-AD03-37C31718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E273-1C63-44D8-953B-E42E4F5A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A848-9A09-4878-A674-135DF436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7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701CD-2429-4A20-B625-3183587D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660E-A54C-47D1-BFC0-5F2394438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FF418-CFAD-4F34-8337-18DBA2356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34D0B-D26C-43F7-8A64-6B967E31C8BE}" type="datetimeFigureOut">
              <a:rPr lang="ru-RU" smtClean="0"/>
              <a:t>13.12.2023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F6AC0-9EFF-48B0-8463-86EBAB1AE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7A42-2A0C-4CCD-93F1-4DA4C795E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02AA1-5B23-4375-A480-26AD439E3B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06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C19E7E-D16A-4345-A19B-8356CF8DD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553671"/>
            <a:ext cx="7902429" cy="4966283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Требования к сбору семантики на страницу</a:t>
            </a:r>
          </a:p>
          <a:p>
            <a:endParaRPr lang="ru-RU" dirty="0"/>
          </a:p>
          <a:p>
            <a:r>
              <a:rPr lang="ru-RU" dirty="0"/>
              <a:t>Для всех (программа минимум</a:t>
            </a:r>
            <a:r>
              <a:rPr lang="en-US" dirty="0"/>
              <a:t> </a:t>
            </a:r>
            <a:r>
              <a:rPr lang="ru-RU" dirty="0"/>
              <a:t>на критические ошибки)</a:t>
            </a:r>
          </a:p>
          <a:p>
            <a:pPr marL="457200" indent="-457200" algn="l">
              <a:buAutoNum type="arabicParenR"/>
            </a:pPr>
            <a:r>
              <a:rPr lang="ru-RU" dirty="0"/>
              <a:t>Семантика должна быть </a:t>
            </a:r>
            <a:r>
              <a:rPr lang="ru-RU" b="1" dirty="0"/>
              <a:t>Точной</a:t>
            </a:r>
            <a:r>
              <a:rPr lang="en-US" b="1" dirty="0"/>
              <a:t>:</a:t>
            </a:r>
          </a:p>
          <a:p>
            <a:pPr marL="914400" lvl="1" indent="-457200" algn="l">
              <a:buAutoNum type="arabicParenR"/>
            </a:pPr>
            <a:r>
              <a:rPr lang="ru-RU" b="1" dirty="0"/>
              <a:t>не вылезать за границы</a:t>
            </a:r>
            <a:r>
              <a:rPr lang="en-US" b="1" dirty="0"/>
              <a:t> </a:t>
            </a:r>
            <a:r>
              <a:rPr lang="ru-RU" b="1" dirty="0"/>
              <a:t>своего кластера вширь</a:t>
            </a:r>
            <a:endParaRPr lang="en-US" b="1" dirty="0"/>
          </a:p>
          <a:p>
            <a:pPr marL="914400" lvl="1" indent="-457200" algn="l">
              <a:buAutoNum type="arabicParenR"/>
            </a:pPr>
            <a:r>
              <a:rPr lang="ru-RU" b="1" dirty="0"/>
              <a:t>не включать запросы из более детализированного кластера вглубь</a:t>
            </a:r>
          </a:p>
          <a:p>
            <a:pPr marL="457200" indent="-457200" algn="l">
              <a:buAutoNum type="arabicParenR"/>
            </a:pPr>
            <a:r>
              <a:rPr lang="ru-RU" dirty="0"/>
              <a:t>Внутри границ точности</a:t>
            </a:r>
            <a:r>
              <a:rPr lang="en-US" dirty="0"/>
              <a:t>, </a:t>
            </a:r>
            <a:r>
              <a:rPr lang="ru-RU" dirty="0"/>
              <a:t>семантика должна быть </a:t>
            </a:r>
            <a:r>
              <a:rPr lang="ru-RU" b="1" dirty="0"/>
              <a:t>Полной </a:t>
            </a:r>
          </a:p>
          <a:p>
            <a:pPr marL="457200" indent="-457200" algn="l">
              <a:buAutoNum type="arabicParenR"/>
            </a:pPr>
            <a:r>
              <a:rPr lang="ru-RU" dirty="0"/>
              <a:t>Семантика должна исключать </a:t>
            </a:r>
            <a:r>
              <a:rPr lang="ru-RU" b="1" dirty="0"/>
              <a:t>ненужные дубликаты</a:t>
            </a:r>
          </a:p>
          <a:p>
            <a:pPr marL="457200" indent="-457200" algn="l">
              <a:buAutoNum type="arabicParenR"/>
            </a:pPr>
            <a:r>
              <a:rPr lang="ru-RU" dirty="0"/>
              <a:t>Семантика должна быть </a:t>
            </a:r>
            <a:r>
              <a:rPr lang="ru-RU" b="1" dirty="0"/>
              <a:t>разделена на группы </a:t>
            </a:r>
            <a:r>
              <a:rPr lang="ru-RU" dirty="0"/>
              <a:t>в </a:t>
            </a:r>
            <a:r>
              <a:rPr lang="ru-RU" dirty="0" err="1"/>
              <a:t>топвизоре</a:t>
            </a:r>
            <a:endParaRPr lang="ru-RU" dirty="0"/>
          </a:p>
          <a:p>
            <a:pPr marL="457200" indent="-457200" algn="l">
              <a:buFont typeface="Arial" panose="020B0604020202020204" pitchFamily="34" charset="0"/>
              <a:buAutoNum type="arabicParenR"/>
            </a:pPr>
            <a:r>
              <a:rPr lang="ru-RU" dirty="0"/>
              <a:t>Семантика должна совпадать по типу </a:t>
            </a:r>
            <a:r>
              <a:rPr lang="en-US" dirty="0"/>
              <a:t>“</a:t>
            </a:r>
            <a:r>
              <a:rPr lang="ru-RU" b="1" dirty="0"/>
              <a:t>коммерция/информация</a:t>
            </a:r>
            <a:r>
              <a:rPr lang="en-US" dirty="0"/>
              <a:t>”</a:t>
            </a:r>
            <a:endParaRPr lang="ru-RU" dirty="0"/>
          </a:p>
          <a:p>
            <a:pPr marL="457200" indent="-457200" algn="l">
              <a:buAutoNum type="arabicParenR"/>
            </a:pPr>
            <a:endParaRPr lang="ru-RU" dirty="0"/>
          </a:p>
          <a:p>
            <a:pPr marL="457200" indent="-457200" algn="l">
              <a:buAutoNum type="arabicParenR"/>
            </a:pPr>
            <a:endParaRPr lang="ru-RU" dirty="0"/>
          </a:p>
          <a:p>
            <a:pPr algn="l"/>
            <a:endParaRPr lang="ru-RU" dirty="0"/>
          </a:p>
          <a:p>
            <a:r>
              <a:rPr lang="ru-RU" dirty="0"/>
              <a:t>Для </a:t>
            </a:r>
            <a:r>
              <a:rPr lang="en-US" dirty="0"/>
              <a:t>SEO-</a:t>
            </a:r>
            <a:r>
              <a:rPr lang="ru-RU" dirty="0"/>
              <a:t>специалистов и кандидатов в </a:t>
            </a:r>
            <a:r>
              <a:rPr lang="en-US" dirty="0"/>
              <a:t>SEO-</a:t>
            </a:r>
            <a:r>
              <a:rPr lang="ru-RU" dirty="0"/>
              <a:t>специалисты</a:t>
            </a:r>
          </a:p>
          <a:p>
            <a:pPr marL="457200" indent="-457200" algn="l">
              <a:buAutoNum type="arabicParenR"/>
            </a:pPr>
            <a:r>
              <a:rPr lang="ru-RU" dirty="0"/>
              <a:t>Дополнительная проверка по типу </a:t>
            </a:r>
            <a:r>
              <a:rPr lang="en-US" dirty="0"/>
              <a:t>“</a:t>
            </a:r>
            <a:r>
              <a:rPr lang="ru-RU" b="1" dirty="0"/>
              <a:t>внутренняя / главная</a:t>
            </a:r>
            <a:r>
              <a:rPr lang="en-US" dirty="0"/>
              <a:t>”</a:t>
            </a:r>
          </a:p>
          <a:p>
            <a:pPr marL="457200" indent="-457200" algn="l">
              <a:buAutoNum type="arabicParenR"/>
            </a:pPr>
            <a:r>
              <a:rPr lang="ru-RU" dirty="0"/>
              <a:t>Дополнительная проверка по типу </a:t>
            </a:r>
            <a:r>
              <a:rPr lang="en-US" dirty="0"/>
              <a:t>“</a:t>
            </a:r>
            <a:r>
              <a:rPr lang="ru-RU" b="1" dirty="0"/>
              <a:t>листинг / товар</a:t>
            </a:r>
            <a:r>
              <a:rPr lang="en-US" b="1" dirty="0"/>
              <a:t> / </a:t>
            </a:r>
            <a:r>
              <a:rPr lang="ru-RU" b="1" dirty="0"/>
              <a:t>услуга</a:t>
            </a:r>
            <a:r>
              <a:rPr lang="en-US" dirty="0"/>
              <a:t>”</a:t>
            </a:r>
            <a:endParaRPr lang="ru-RU" dirty="0"/>
          </a:p>
          <a:p>
            <a:pPr marL="457200" indent="-457200" algn="l">
              <a:buAutoNum type="arabicParenR"/>
            </a:pPr>
            <a:r>
              <a:rPr lang="ru-RU" dirty="0"/>
              <a:t>Другие </a:t>
            </a:r>
            <a:r>
              <a:rPr lang="ru-RU" b="1" dirty="0"/>
              <a:t>проверки </a:t>
            </a:r>
            <a:r>
              <a:rPr lang="ru-RU" b="1" dirty="0">
                <a:sym typeface="Wingdings" panose="05000000000000000000" pitchFamily="2" charset="2"/>
              </a:rPr>
              <a:t>с головой на плечах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ru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F08907F-DA38-4844-B7E3-35CC9AB2AE29}"/>
              </a:ext>
            </a:extLst>
          </p:cNvPr>
          <p:cNvSpPr txBox="1">
            <a:spLocks/>
          </p:cNvSpPr>
          <p:nvPr/>
        </p:nvSpPr>
        <p:spPr>
          <a:xfrm>
            <a:off x="1" y="3734500"/>
            <a:ext cx="5654180" cy="2147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ADED28-605D-4E7E-8790-F9FB05B0E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779" y="1673602"/>
            <a:ext cx="3737220" cy="272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5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101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Павел Прахов</dc:creator>
  <cp:lastModifiedBy>Павел Прахов</cp:lastModifiedBy>
  <cp:revision>7</cp:revision>
  <dcterms:created xsi:type="dcterms:W3CDTF">2023-12-13T11:20:57Z</dcterms:created>
  <dcterms:modified xsi:type="dcterms:W3CDTF">2023-12-13T15:53:17Z</dcterms:modified>
</cp:coreProperties>
</file>