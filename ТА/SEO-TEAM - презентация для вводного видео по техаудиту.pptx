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60" r:id="rId4"/>
    <p:sldId id="261" r:id="rId5"/>
    <p:sldId id="262" r:id="rId6"/>
    <p:sldId id="263" r:id="rId7"/>
    <p:sldId id="264" r:id="rId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77CE8A-95E7-4EDB-98C8-B2B6E50F70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61758A-9464-4CA4-B339-52B490D7DF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E8BBE9-886D-4980-9654-4F31F57E2A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85DDB5-C10B-41E3-AB9F-18C70570B203}" type="datetimeFigureOut">
              <a:rPr lang="ru-RU" smtClean="0"/>
              <a:t>22.03.2024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B06F9D-7D2D-4020-8473-605C70D866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AB9B44-3553-47B9-819B-0823376BB3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89B90-8FA1-44B9-9290-E9B1F28A96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286526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F358E7-E093-437E-907D-B28FFB6CE1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937493-DA52-478C-83CC-5FFD69EE36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076324-185E-44CF-9212-8AFE95BD5C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85DDB5-C10B-41E3-AB9F-18C70570B203}" type="datetimeFigureOut">
              <a:rPr lang="ru-RU" smtClean="0"/>
              <a:t>22.03.2024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9ABAEA-AE8A-42B7-9BA8-E083F9B90D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6D211F-50B2-42D2-B96A-172769CD14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89B90-8FA1-44B9-9290-E9B1F28A96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776152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2C9C06-B3F0-447E-92C0-A431C78795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FAAFD0-0254-41C9-903A-911BA7C9B1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432CD1-D6D0-46DB-99B8-5E6E3BEADF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85DDB5-C10B-41E3-AB9F-18C70570B203}" type="datetimeFigureOut">
              <a:rPr lang="ru-RU" smtClean="0"/>
              <a:t>22.03.2024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36BE5B-9DBD-48D5-82B0-3674828398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C35DEF-0CBD-491A-A5CA-0FEF78865E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89B90-8FA1-44B9-9290-E9B1F28A96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583782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A28F6B-38D3-4AF0-A72F-A4A62E5D1A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FF7982-6127-4009-8A8A-2B9088BE82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D7CE53-76BE-46AA-94FA-C3BE3C7019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D8EC36-48B7-4FA1-B880-C5BAB0F285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85DDB5-C10B-41E3-AB9F-18C70570B203}" type="datetimeFigureOut">
              <a:rPr lang="ru-RU" smtClean="0"/>
              <a:t>22.03.2024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0862CC-F4F9-4242-BA26-7601FAE00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DC12BA-0A24-4E33-A7D8-B30D29B448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89B90-8FA1-44B9-9290-E9B1F28A96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072616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561D95-EF2B-4DB1-AD67-158FEE95BD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512EE1-D3B1-4A20-83F8-110A43A817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DC9FA9-6DF8-469C-9397-098E8229BE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91C6DAB-A268-4008-8AFD-38E2694CE1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AB6C3C-3ADE-4129-BF52-3CC5E8C21F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F5810E3-F958-496E-A385-43885E2F5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85DDB5-C10B-41E3-AB9F-18C70570B203}" type="datetimeFigureOut">
              <a:rPr lang="ru-RU" smtClean="0"/>
              <a:t>22.03.2024</a:t>
            </a:fld>
            <a:endParaRPr lang="ru-R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D2B69F8-F21F-4BDD-83CC-62B0A273C9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E89B66E-E3E6-45C3-A923-A03445053A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89B90-8FA1-44B9-9290-E9B1F28A96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89563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06D385-AB5F-43A0-B956-620A979112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61713C-0D6E-44F6-9C96-A5CFF3A5D8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85DDB5-C10B-41E3-AB9F-18C70570B203}" type="datetimeFigureOut">
              <a:rPr lang="ru-RU" smtClean="0"/>
              <a:t>22.03.2024</a:t>
            </a:fld>
            <a:endParaRPr lang="ru-R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66D74D-AD81-4A93-8451-6E0616659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FFA85B-76B5-4619-A067-013AE13641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89B90-8FA1-44B9-9290-E9B1F28A96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626896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B87F481-121D-4153-8238-F02748066C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85DDB5-C10B-41E3-AB9F-18C70570B203}" type="datetimeFigureOut">
              <a:rPr lang="ru-RU" smtClean="0"/>
              <a:t>22.03.2024</a:t>
            </a:fld>
            <a:endParaRPr lang="ru-R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9180366-809F-45CE-9C92-FD9444DAE9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52F75F-6E12-4EA7-947B-08D1432585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89B90-8FA1-44B9-9290-E9B1F28A96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76908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1A8349-E2E9-4030-B78B-5AA6A10788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15A4F5-C630-4AF0-91F5-3CA403B57D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D04359-768A-4D2D-8437-F3F5CC3815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1DECDB-5222-493C-9C73-CFC283351C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85DDB5-C10B-41E3-AB9F-18C70570B203}" type="datetimeFigureOut">
              <a:rPr lang="ru-RU" smtClean="0"/>
              <a:t>22.03.2024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55A698-661C-4DAB-9FF4-5E72337BA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B027B0-4CA8-4251-8ADC-BADC729316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89B90-8FA1-44B9-9290-E9B1F28A96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994354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7D0F0F-2877-44AE-B605-1A47D8BA88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FEF6E02-E937-4656-96BF-8E0DCE26474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0B0EFC-AA9E-4E88-8299-3CB13B74A3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A5AAB1-FB7E-4875-A303-8C185623AB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85DDB5-C10B-41E3-AB9F-18C70570B203}" type="datetimeFigureOut">
              <a:rPr lang="ru-RU" smtClean="0"/>
              <a:t>22.03.2024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138304-40A8-4185-8815-1BB273E95C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5BB7C8-62E2-4E96-8EC8-1014F1F0C1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89B90-8FA1-44B9-9290-E9B1F28A96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057596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F80626-9992-41B5-B7C6-9A270341BE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ED9BC2-B9FE-4178-B490-C6CBEABF2A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591E02-DFD3-4008-8B60-5E13377F47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85DDB5-C10B-41E3-AB9F-18C70570B203}" type="datetimeFigureOut">
              <a:rPr lang="ru-RU" smtClean="0"/>
              <a:t>22.03.2024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BA8F2B-C8F6-48D0-BB32-067AAE2B7E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C69D95-D517-4A2E-A4CE-221F388DDB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89B90-8FA1-44B9-9290-E9B1F28A96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578227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7B39616-3E7A-45F6-8D9A-B876C70E3C4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44AE29-68B0-4192-8641-B2B6E83598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E0D4B0-8D67-46E6-97CC-5C13AD0DED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85DDB5-C10B-41E3-AB9F-18C70570B203}" type="datetimeFigureOut">
              <a:rPr lang="ru-RU" smtClean="0"/>
              <a:t>22.03.2024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4F4269-E1BA-4621-809D-FBFFD52222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B8AAE4-38B0-421D-8378-BCEE9198A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89B90-8FA1-44B9-9290-E9B1F28A96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162968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5FACEB-FF4D-4D98-98ED-384BFC6CB7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13353D-FEA3-4352-A733-CF7B1F0167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2DDEF0-76F8-43BA-8185-4502720205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85DDB5-C10B-41E3-AB9F-18C70570B203}" type="datetimeFigureOut">
              <a:rPr lang="ru-RU" smtClean="0"/>
              <a:t>22.03.2024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C24AE9-7D61-4C79-AE4B-B4F90F03A7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FE698C-19AC-4755-9DF8-735AE7563D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489B90-8FA1-44B9-9290-E9B1F28A96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748200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39EC4E-EE88-4C6A-8456-0CD3AB5E6D7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Как технический аудит может влиять на позиции/трафик/</a:t>
            </a:r>
            <a:r>
              <a:rPr lang="ru-RU" dirty="0" err="1"/>
              <a:t>лиды</a:t>
            </a:r>
            <a:r>
              <a:rPr lang="ru-RU" dirty="0"/>
              <a:t>?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899CCC-1B64-4B2B-9B88-C1550140BF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466104"/>
            <a:ext cx="9144000" cy="1655762"/>
          </a:xfrm>
        </p:spPr>
        <p:txBody>
          <a:bodyPr/>
          <a:lstStyle/>
          <a:p>
            <a:r>
              <a:rPr lang="ru-RU" dirty="0"/>
              <a:t>И как он НЕ может влиять на позиции/трафик/</a:t>
            </a:r>
            <a:r>
              <a:rPr lang="ru-RU" dirty="0" err="1"/>
              <a:t>лиды</a:t>
            </a:r>
            <a:r>
              <a:rPr lang="ru-RU" dirty="0"/>
              <a:t>? </a:t>
            </a:r>
            <a:br>
              <a:rPr lang="en-US" dirty="0"/>
            </a:br>
            <a:r>
              <a:rPr lang="ru-RU" dirty="0"/>
              <a:t>Почему</a:t>
            </a:r>
            <a:r>
              <a:rPr lang="en-US" dirty="0"/>
              <a:t>?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620494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83F351-5A2F-4E5E-82D3-D86F9568265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На какие этапы делится технический аудит?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D6B220-9B02-40F8-A98D-91795775108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Что в них входит?</a:t>
            </a:r>
          </a:p>
        </p:txBody>
      </p:sp>
    </p:spTree>
    <p:extLst>
      <p:ext uri="{BB962C8B-B14F-4D97-AF65-F5344CB8AC3E}">
        <p14:creationId xmlns:p14="http://schemas.microsoft.com/office/powerpoint/2010/main" val="17830881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83F351-5A2F-4E5E-82D3-D86F9568265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 Когда можно считать завершённым каждый из этапов</a:t>
            </a:r>
            <a:r>
              <a:rPr lang="en-US" dirty="0"/>
              <a:t> </a:t>
            </a:r>
            <a:r>
              <a:rPr lang="ru-RU" dirty="0" err="1"/>
              <a:t>техаудита</a:t>
            </a:r>
            <a:r>
              <a:rPr lang="ru-RU" dirty="0"/>
              <a:t>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D6B220-9B02-40F8-A98D-91795775108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Что в них входит?</a:t>
            </a:r>
          </a:p>
        </p:txBody>
      </p:sp>
    </p:spTree>
    <p:extLst>
      <p:ext uri="{BB962C8B-B14F-4D97-AF65-F5344CB8AC3E}">
        <p14:creationId xmlns:p14="http://schemas.microsoft.com/office/powerpoint/2010/main" val="4738813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83F351-5A2F-4E5E-82D3-D86F9568265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Когда выполняется каждый из этапов в наших спринтах для стандартного техпроцесса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D6B220-9B02-40F8-A98D-91795775108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А для нестандартного техпроцесса?</a:t>
            </a:r>
            <a:br>
              <a:rPr lang="ru-RU" dirty="0"/>
            </a:br>
            <a:br>
              <a:rPr lang="ru-RU" dirty="0"/>
            </a:br>
            <a:br>
              <a:rPr lang="ru-RU" dirty="0"/>
            </a:br>
            <a:r>
              <a:rPr lang="ru-RU" dirty="0"/>
              <a:t>ДОПОЛНИТЕЛЬНЫЙ ВОПРОС</a:t>
            </a:r>
            <a:r>
              <a:rPr lang="en-US" dirty="0"/>
              <a:t>:</a:t>
            </a:r>
            <a:br>
              <a:rPr lang="ru-RU" dirty="0"/>
            </a:br>
            <a:r>
              <a:rPr lang="ru-RU" dirty="0"/>
              <a:t>Как может измениться </a:t>
            </a:r>
            <a:r>
              <a:rPr lang="ru-RU" dirty="0" err="1"/>
              <a:t>техаудит</a:t>
            </a:r>
            <a:r>
              <a:rPr lang="ru-RU" dirty="0"/>
              <a:t> для нестандартного техпроцесса</a:t>
            </a:r>
          </a:p>
        </p:txBody>
      </p:sp>
    </p:spTree>
    <p:extLst>
      <p:ext uri="{BB962C8B-B14F-4D97-AF65-F5344CB8AC3E}">
        <p14:creationId xmlns:p14="http://schemas.microsoft.com/office/powerpoint/2010/main" val="19280621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E544AB-0F48-4427-8AF8-FF2C846211E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Какую самую частую и болезненную ошибку допускают SEO-специалисты на </a:t>
            </a:r>
            <a:r>
              <a:rPr lang="ru-RU" b="1" dirty="0"/>
              <a:t>1 этапе </a:t>
            </a:r>
            <a:r>
              <a:rPr lang="ru-RU" dirty="0" err="1"/>
              <a:t>техаудита</a:t>
            </a:r>
            <a:r>
              <a:rPr lang="ru-RU" dirty="0"/>
              <a:t>?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A4997F-5E89-442D-803A-BA3F1783B9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73157"/>
            <a:ext cx="9144000" cy="1655762"/>
          </a:xfrm>
        </p:spPr>
        <p:txBody>
          <a:bodyPr/>
          <a:lstStyle/>
          <a:p>
            <a:r>
              <a:rPr lang="ru-RU" dirty="0"/>
              <a:t>Почему она болезненная? </a:t>
            </a:r>
          </a:p>
          <a:p>
            <a:r>
              <a:rPr lang="ru-RU" dirty="0"/>
              <a:t>Как её не допускать?</a:t>
            </a:r>
          </a:p>
        </p:txBody>
      </p:sp>
    </p:spTree>
    <p:extLst>
      <p:ext uri="{BB962C8B-B14F-4D97-AF65-F5344CB8AC3E}">
        <p14:creationId xmlns:p14="http://schemas.microsoft.com/office/powerpoint/2010/main" val="1107555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E544AB-0F48-4427-8AF8-FF2C846211E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Какие 2 самые частые и болезненные ошибки допускают SEO-специалисты на </a:t>
            </a:r>
            <a:r>
              <a:rPr lang="ru-RU" b="1" dirty="0"/>
              <a:t>2 этапе </a:t>
            </a:r>
            <a:r>
              <a:rPr lang="ru-RU" dirty="0" err="1"/>
              <a:t>техаудита</a:t>
            </a:r>
            <a:r>
              <a:rPr lang="ru-RU" dirty="0"/>
              <a:t>?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A4997F-5E89-442D-803A-BA3F1783B9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73157"/>
            <a:ext cx="9144000" cy="1655762"/>
          </a:xfrm>
        </p:spPr>
        <p:txBody>
          <a:bodyPr>
            <a:normAutofit fontScale="77500" lnSpcReduction="20000"/>
          </a:bodyPr>
          <a:lstStyle/>
          <a:p>
            <a:r>
              <a:rPr lang="ru-RU" dirty="0"/>
              <a:t>Почему первая она болезненная? </a:t>
            </a:r>
          </a:p>
          <a:p>
            <a:r>
              <a:rPr lang="ru-RU" dirty="0"/>
              <a:t>Как её не допускать?</a:t>
            </a:r>
          </a:p>
          <a:p>
            <a:endParaRPr lang="ru-RU" dirty="0"/>
          </a:p>
          <a:p>
            <a:r>
              <a:rPr lang="ru-RU" dirty="0"/>
              <a:t>Почему вторая она болезненная? </a:t>
            </a:r>
          </a:p>
          <a:p>
            <a:r>
              <a:rPr lang="ru-RU" dirty="0"/>
              <a:t>Как её не допускать?</a:t>
            </a:r>
          </a:p>
        </p:txBody>
      </p:sp>
    </p:spTree>
    <p:extLst>
      <p:ext uri="{BB962C8B-B14F-4D97-AF65-F5344CB8AC3E}">
        <p14:creationId xmlns:p14="http://schemas.microsoft.com/office/powerpoint/2010/main" val="8493475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E544AB-0F48-4427-8AF8-FF2C846211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35200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ru-RU" dirty="0"/>
              <a:t>Какую самую частую и болезненную ошибку допускают SEO-специалисты ПОСЛЕ выдачи первых технических заданий по </a:t>
            </a:r>
            <a:r>
              <a:rPr lang="ru-RU" dirty="0" err="1"/>
              <a:t>техаудиту</a:t>
            </a:r>
            <a:r>
              <a:rPr lang="ru-RU" dirty="0"/>
              <a:t>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A4997F-5E89-442D-803A-BA3F1783B9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112056"/>
            <a:ext cx="9144000" cy="1655762"/>
          </a:xfrm>
        </p:spPr>
        <p:txBody>
          <a:bodyPr/>
          <a:lstStyle/>
          <a:p>
            <a:r>
              <a:rPr lang="ru-RU" dirty="0"/>
              <a:t>Почему она болезненная? </a:t>
            </a:r>
          </a:p>
          <a:p>
            <a:r>
              <a:rPr lang="ru-RU" dirty="0"/>
              <a:t>Как её не допускать?</a:t>
            </a:r>
          </a:p>
        </p:txBody>
      </p:sp>
    </p:spTree>
    <p:extLst>
      <p:ext uri="{BB962C8B-B14F-4D97-AF65-F5344CB8AC3E}">
        <p14:creationId xmlns:p14="http://schemas.microsoft.com/office/powerpoint/2010/main" val="16535291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166</Words>
  <Application>Microsoft Office PowerPoint</Application>
  <PresentationFormat>Widescreen</PresentationFormat>
  <Paragraphs>20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Как технический аудит может влиять на позиции/трафик/лиды? </vt:lpstr>
      <vt:lpstr>На какие этапы делится технический аудит? </vt:lpstr>
      <vt:lpstr> Когда можно считать завершённым каждый из этапов техаудита?</vt:lpstr>
      <vt:lpstr>Когда выполняется каждый из этапов в наших спринтах для стандартного техпроцесса</vt:lpstr>
      <vt:lpstr>Какую самую частую и болезненную ошибку допускают SEO-специалисты на 1 этапе техаудита? </vt:lpstr>
      <vt:lpstr>Какие 2 самые частые и болезненные ошибки допускают SEO-специалисты на 2 этапе техаудита? </vt:lpstr>
      <vt:lpstr>Какую самую частую и болезненную ошибку допускают SEO-специалисты ПОСЛЕ выдачи первых технических заданий по техаудиту?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Как технический аудит может влиять на позиции/трафик/лиды? </dc:title>
  <dc:creator>Павел Прахов</dc:creator>
  <cp:lastModifiedBy>Павел Прахов</cp:lastModifiedBy>
  <cp:revision>4</cp:revision>
  <dcterms:created xsi:type="dcterms:W3CDTF">2024-03-22T12:31:14Z</dcterms:created>
  <dcterms:modified xsi:type="dcterms:W3CDTF">2024-03-22T13:36:32Z</dcterms:modified>
</cp:coreProperties>
</file>